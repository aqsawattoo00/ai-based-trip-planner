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E95227-3138-4FA8-80A8-BA305DDAE9A2}" v="420" dt="2026-07-02T07:21:23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anmoazzamali45@gmail.com" userId="a703304c7a52c0b3" providerId="Windows Live" clId="Web-{F7E95227-3138-4FA8-80A8-BA305DDAE9A2}"/>
    <pc:docChg chg="addSld delSld modSld modMainMaster">
      <pc:chgData name="mianmoazzamali45@gmail.com" userId="a703304c7a52c0b3" providerId="Windows Live" clId="Web-{F7E95227-3138-4FA8-80A8-BA305DDAE9A2}" dt="2026-07-02T07:21:23.689" v="419" actId="20577"/>
      <pc:docMkLst>
        <pc:docMk/>
      </pc:docMkLst>
      <pc:sldChg chg="addSp delSp modSp mod setBg">
        <pc:chgData name="mianmoazzamali45@gmail.com" userId="a703304c7a52c0b3" providerId="Windows Live" clId="Web-{F7E95227-3138-4FA8-80A8-BA305DDAE9A2}" dt="2026-07-02T06:54:54.897" v="244"/>
        <pc:sldMkLst>
          <pc:docMk/>
          <pc:sldMk cId="0" sldId="256"/>
        </pc:sldMkLst>
        <pc:spChg chg="mod">
          <ac:chgData name="mianmoazzamali45@gmail.com" userId="a703304c7a52c0b3" providerId="Windows Live" clId="Web-{F7E95227-3138-4FA8-80A8-BA305DDAE9A2}" dt="2026-07-02T06:33:49.611" v="1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34:16.908" v="16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34:06.345" v="15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35:24.050" v="23" actId="14100"/>
          <ac:spMkLst>
            <pc:docMk/>
            <pc:sldMk cId="0" sldId="256"/>
            <ac:spMk id="8" creationId="{00000000-0000-0000-0000-000000000000}"/>
          </ac:spMkLst>
        </pc:spChg>
        <pc:picChg chg="mod">
          <ac:chgData name="mianmoazzamali45@gmail.com" userId="a703304c7a52c0b3" providerId="Windows Live" clId="Web-{F7E95227-3138-4FA8-80A8-BA305DDAE9A2}" dt="2026-07-02T06:33:42.876" v="11" actId="1076"/>
          <ac:picMkLst>
            <pc:docMk/>
            <pc:sldMk cId="0" sldId="256"/>
            <ac:picMk id="5" creationId="{00000000-0000-0000-0000-000000000000}"/>
          </ac:picMkLst>
        </pc:picChg>
        <pc:picChg chg="add del mod">
          <ac:chgData name="mianmoazzamali45@gmail.com" userId="a703304c7a52c0b3" providerId="Windows Live" clId="Web-{F7E95227-3138-4FA8-80A8-BA305DDAE9A2}" dt="2026-07-02T06:32:59.657" v="3"/>
          <ac:picMkLst>
            <pc:docMk/>
            <pc:sldMk cId="0" sldId="256"/>
            <ac:picMk id="11" creationId="{2712A269-A146-1010-EDEB-BE31B5A4790B}"/>
          </ac:picMkLst>
        </pc:picChg>
      </pc:sldChg>
      <pc:sldChg chg="addSp modSp mod modTransition">
        <pc:chgData name="mianmoazzamali45@gmail.com" userId="a703304c7a52c0b3" providerId="Windows Live" clId="Web-{F7E95227-3138-4FA8-80A8-BA305DDAE9A2}" dt="2026-07-02T07:09:46.787" v="335"/>
        <pc:sldMkLst>
          <pc:docMk/>
          <pc:sldMk cId="0" sldId="257"/>
        </pc:sldMkLst>
        <pc:spChg chg="add mod">
          <ac:chgData name="mianmoazzamali45@gmail.com" userId="a703304c7a52c0b3" providerId="Windows Live" clId="Web-{F7E95227-3138-4FA8-80A8-BA305DDAE9A2}" dt="2026-07-02T07:06:59.722" v="327" actId="1076"/>
          <ac:spMkLst>
            <pc:docMk/>
            <pc:sldMk cId="0" sldId="257"/>
            <ac:spMk id="57" creationId="{3059FC1B-F460-15B4-58CE-61ECAB4A4726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0:04.240" v="336"/>
        <pc:sldMkLst>
          <pc:docMk/>
          <pc:sldMk cId="0" sldId="258"/>
        </pc:sldMkLst>
        <pc:spChg chg="add mod">
          <ac:chgData name="mianmoazzamali45@gmail.com" userId="a703304c7a52c0b3" providerId="Windows Live" clId="Web-{F7E95227-3138-4FA8-80A8-BA305DDAE9A2}" dt="2026-07-02T07:06:55.143" v="325" actId="1076"/>
          <ac:spMkLst>
            <pc:docMk/>
            <pc:sldMk cId="0" sldId="258"/>
            <ac:spMk id="30" creationId="{A5679660-0D80-17E1-BAA4-9094AA748BC4}"/>
          </ac:spMkLst>
        </pc:spChg>
        <pc:spChg chg="add">
          <ac:chgData name="mianmoazzamali45@gmail.com" userId="a703304c7a52c0b3" providerId="Windows Live" clId="Web-{F7E95227-3138-4FA8-80A8-BA305DDAE9A2}" dt="2026-07-02T07:07:49.363" v="334"/>
          <ac:spMkLst>
            <pc:docMk/>
            <pc:sldMk cId="0" sldId="258"/>
            <ac:spMk id="32" creationId="{B7481644-2488-7ADD-2320-3F9663032A38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0:42.038" v="337"/>
        <pc:sldMkLst>
          <pc:docMk/>
          <pc:sldMk cId="0" sldId="259"/>
        </pc:sldMkLst>
        <pc:spChg chg="add mod">
          <ac:chgData name="mianmoazzamali45@gmail.com" userId="a703304c7a52c0b3" providerId="Windows Live" clId="Web-{F7E95227-3138-4FA8-80A8-BA305DDAE9A2}" dt="2026-07-02T07:06:49.221" v="323" actId="1076"/>
          <ac:spMkLst>
            <pc:docMk/>
            <pc:sldMk cId="0" sldId="259"/>
            <ac:spMk id="40" creationId="{9D623B08-4140-8573-B2BE-031353031C5D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0:54.007" v="338"/>
        <pc:sldMkLst>
          <pc:docMk/>
          <pc:sldMk cId="0" sldId="260"/>
        </pc:sldMkLst>
        <pc:spChg chg="add mod">
          <ac:chgData name="mianmoazzamali45@gmail.com" userId="a703304c7a52c0b3" providerId="Windows Live" clId="Web-{F7E95227-3138-4FA8-80A8-BA305DDAE9A2}" dt="2026-07-02T07:06:43.893" v="321" actId="1076"/>
          <ac:spMkLst>
            <pc:docMk/>
            <pc:sldMk cId="0" sldId="260"/>
            <ac:spMk id="29" creationId="{C32172CD-541F-2AC5-7548-C08B31CA11C7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8:32.186" v="406" actId="20577"/>
        <pc:sldMkLst>
          <pc:docMk/>
          <pc:sldMk cId="0" sldId="261"/>
        </pc:sldMkLst>
        <pc:spChg chg="mod">
          <ac:chgData name="mianmoazzamali45@gmail.com" userId="a703304c7a52c0b3" providerId="Windows Live" clId="Web-{F7E95227-3138-4FA8-80A8-BA305DDAE9A2}" dt="2026-07-02T07:17:36.060" v="401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7:18:32.186" v="406" actId="20577"/>
          <ac:spMkLst>
            <pc:docMk/>
            <pc:sldMk cId="0" sldId="261"/>
            <ac:spMk id="17" creationId="{00000000-0000-0000-0000-000000000000}"/>
          </ac:spMkLst>
        </pc:spChg>
        <pc:spChg chg="add">
          <ac:chgData name="mianmoazzamali45@gmail.com" userId="a703304c7a52c0b3" providerId="Windows Live" clId="Web-{F7E95227-3138-4FA8-80A8-BA305DDAE9A2}" dt="2026-07-02T07:06:32.471" v="318"/>
          <ac:spMkLst>
            <pc:docMk/>
            <pc:sldMk cId="0" sldId="261"/>
            <ac:spMk id="19" creationId="{215FD95F-307C-B4A7-FFF3-FC6E40C64B40}"/>
          </ac:spMkLst>
        </pc:spChg>
        <pc:spChg chg="add">
          <ac:chgData name="mianmoazzamali45@gmail.com" userId="a703304c7a52c0b3" providerId="Windows Live" clId="Web-{F7E95227-3138-4FA8-80A8-BA305DDAE9A2}" dt="2026-07-02T07:07:44.379" v="333"/>
          <ac:spMkLst>
            <pc:docMk/>
            <pc:sldMk cId="0" sldId="261"/>
            <ac:spMk id="21" creationId="{F22D8955-E988-1B44-A5BA-1B0764DD20BA}"/>
          </ac:spMkLst>
        </pc:spChg>
      </pc:sldChg>
      <pc:sldChg chg="addSp mod modTransition">
        <pc:chgData name="mianmoazzamali45@gmail.com" userId="a703304c7a52c0b3" providerId="Windows Live" clId="Web-{F7E95227-3138-4FA8-80A8-BA305DDAE9A2}" dt="2026-07-02T07:10:59.913" v="340"/>
        <pc:sldMkLst>
          <pc:docMk/>
          <pc:sldMk cId="0" sldId="262"/>
        </pc:sldMkLst>
        <pc:spChg chg="add">
          <ac:chgData name="mianmoazzamali45@gmail.com" userId="a703304c7a52c0b3" providerId="Windows Live" clId="Web-{F7E95227-3138-4FA8-80A8-BA305DDAE9A2}" dt="2026-07-02T07:06:29.877" v="317"/>
          <ac:spMkLst>
            <pc:docMk/>
            <pc:sldMk cId="0" sldId="262"/>
            <ac:spMk id="27" creationId="{3C8D2A1F-66EA-79B8-DC28-D21858949D4B}"/>
          </ac:spMkLst>
        </pc:spChg>
        <pc:spChg chg="add">
          <ac:chgData name="mianmoazzamali45@gmail.com" userId="a703304c7a52c0b3" providerId="Windows Live" clId="Web-{F7E95227-3138-4FA8-80A8-BA305DDAE9A2}" dt="2026-07-02T07:07:40.441" v="332"/>
          <ac:spMkLst>
            <pc:docMk/>
            <pc:sldMk cId="0" sldId="262"/>
            <ac:spMk id="29" creationId="{4989EA21-48DF-4012-13C0-614434428811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21:23.689" v="419" actId="20577"/>
        <pc:sldMkLst>
          <pc:docMk/>
          <pc:sldMk cId="0" sldId="263"/>
        </pc:sldMkLst>
        <pc:spChg chg="mod">
          <ac:chgData name="mianmoazzamali45@gmail.com" userId="a703304c7a52c0b3" providerId="Windows Live" clId="Web-{F7E95227-3138-4FA8-80A8-BA305DDAE9A2}" dt="2026-07-02T07:21:23.689" v="419" actId="20577"/>
          <ac:spMkLst>
            <pc:docMk/>
            <pc:sldMk cId="0" sldId="263"/>
            <ac:spMk id="12" creationId="{00000000-0000-0000-0000-000000000000}"/>
          </ac:spMkLst>
        </pc:spChg>
        <pc:spChg chg="add">
          <ac:chgData name="mianmoazzamali45@gmail.com" userId="a703304c7a52c0b3" providerId="Windows Live" clId="Web-{F7E95227-3138-4FA8-80A8-BA305DDAE9A2}" dt="2026-07-02T07:06:28.127" v="316"/>
          <ac:spMkLst>
            <pc:docMk/>
            <pc:sldMk cId="0" sldId="263"/>
            <ac:spMk id="19" creationId="{D6BDBA99-A8A2-771A-152A-4248B75D1A4F}"/>
          </ac:spMkLst>
        </pc:spChg>
      </pc:sldChg>
      <pc:sldChg chg="addSp mod modTransition">
        <pc:chgData name="mianmoazzamali45@gmail.com" userId="a703304c7a52c0b3" providerId="Windows Live" clId="Web-{F7E95227-3138-4FA8-80A8-BA305DDAE9A2}" dt="2026-07-02T07:11:04.585" v="342"/>
        <pc:sldMkLst>
          <pc:docMk/>
          <pc:sldMk cId="0" sldId="264"/>
        </pc:sldMkLst>
        <pc:spChg chg="add">
          <ac:chgData name="mianmoazzamali45@gmail.com" userId="a703304c7a52c0b3" providerId="Windows Live" clId="Web-{F7E95227-3138-4FA8-80A8-BA305DDAE9A2}" dt="2026-07-02T07:06:25.315" v="315"/>
          <ac:spMkLst>
            <pc:docMk/>
            <pc:sldMk cId="0" sldId="264"/>
            <ac:spMk id="33" creationId="{C104ECB6-A471-9047-4E33-91061FF9D91A}"/>
          </ac:spMkLst>
        </pc:spChg>
      </pc:sldChg>
      <pc:sldChg chg="addSp mod modTransition">
        <pc:chgData name="mianmoazzamali45@gmail.com" userId="a703304c7a52c0b3" providerId="Windows Live" clId="Web-{F7E95227-3138-4FA8-80A8-BA305DDAE9A2}" dt="2026-07-02T07:11:07.726" v="343"/>
        <pc:sldMkLst>
          <pc:docMk/>
          <pc:sldMk cId="0" sldId="265"/>
        </pc:sldMkLst>
        <pc:spChg chg="add">
          <ac:chgData name="mianmoazzamali45@gmail.com" userId="a703304c7a52c0b3" providerId="Windows Live" clId="Web-{F7E95227-3138-4FA8-80A8-BA305DDAE9A2}" dt="2026-07-02T07:06:22.065" v="314"/>
          <ac:spMkLst>
            <pc:docMk/>
            <pc:sldMk cId="0" sldId="265"/>
            <ac:spMk id="39" creationId="{E8FBBF43-51C3-15A2-B84F-4EF67933E858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1:09.991" v="344"/>
        <pc:sldMkLst>
          <pc:docMk/>
          <pc:sldMk cId="0" sldId="266"/>
        </pc:sldMkLst>
        <pc:spChg chg="mod">
          <ac:chgData name="mianmoazzamali45@gmail.com" userId="a703304c7a52c0b3" providerId="Windows Live" clId="Web-{F7E95227-3138-4FA8-80A8-BA305DDAE9A2}" dt="2026-07-02T06:43:31.808" v="101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3:22.339" v="98" actId="20577"/>
          <ac:spMkLst>
            <pc:docMk/>
            <pc:sldMk cId="0" sldId="266"/>
            <ac:spMk id="34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3:02.010" v="79" actId="20577"/>
          <ac:spMkLst>
            <pc:docMk/>
            <pc:sldMk cId="0" sldId="266"/>
            <ac:spMk id="37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2:56.838" v="78" actId="20577"/>
          <ac:spMkLst>
            <pc:docMk/>
            <pc:sldMk cId="0" sldId="266"/>
            <ac:spMk id="40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2:51.104" v="77" actId="20577"/>
          <ac:spMkLst>
            <pc:docMk/>
            <pc:sldMk cId="0" sldId="266"/>
            <ac:spMk id="43" creationId="{00000000-0000-0000-0000-000000000000}"/>
          </ac:spMkLst>
        </pc:spChg>
        <pc:spChg chg="add">
          <ac:chgData name="mianmoazzamali45@gmail.com" userId="a703304c7a52c0b3" providerId="Windows Live" clId="Web-{F7E95227-3138-4FA8-80A8-BA305DDAE9A2}" dt="2026-07-02T07:06:19.627" v="313"/>
          <ac:spMkLst>
            <pc:docMk/>
            <pc:sldMk cId="0" sldId="266"/>
            <ac:spMk id="45" creationId="{2CACC4D7-B8D9-F396-2BF8-C19413091645}"/>
          </ac:spMkLst>
        </pc:spChg>
      </pc:sldChg>
      <pc:sldChg chg="addSp mod modTransition">
        <pc:chgData name="mianmoazzamali45@gmail.com" userId="a703304c7a52c0b3" providerId="Windows Live" clId="Web-{F7E95227-3138-4FA8-80A8-BA305DDAE9A2}" dt="2026-07-02T07:11:12.601" v="345"/>
        <pc:sldMkLst>
          <pc:docMk/>
          <pc:sldMk cId="0" sldId="267"/>
        </pc:sldMkLst>
        <pc:spChg chg="add">
          <ac:chgData name="mianmoazzamali45@gmail.com" userId="a703304c7a52c0b3" providerId="Windows Live" clId="Web-{F7E95227-3138-4FA8-80A8-BA305DDAE9A2}" dt="2026-07-02T07:06:15.487" v="312"/>
          <ac:spMkLst>
            <pc:docMk/>
            <pc:sldMk cId="0" sldId="267"/>
            <ac:spMk id="49" creationId="{5C727C60-96D6-CB84-D8A2-21D5F9C54D15}"/>
          </ac:spMkLst>
        </pc:spChg>
      </pc:sldChg>
      <pc:sldChg chg="modSp del mod modTransition">
        <pc:chgData name="mianmoazzamali45@gmail.com" userId="a703304c7a52c0b3" providerId="Windows Live" clId="Web-{F7E95227-3138-4FA8-80A8-BA305DDAE9A2}" dt="2026-07-02T06:44:20.277" v="102"/>
        <pc:sldMkLst>
          <pc:docMk/>
          <pc:sldMk cId="0" sldId="268"/>
        </pc:sldMkLst>
        <pc:spChg chg="mod">
          <ac:chgData name="mianmoazzamali45@gmail.com" userId="a703304c7a52c0b3" providerId="Windows Live" clId="Web-{F7E95227-3138-4FA8-80A8-BA305DDAE9A2}" dt="2026-07-02T06:41:06.055" v="62" actId="20577"/>
          <ac:spMkLst>
            <pc:docMk/>
            <pc:sldMk cId="0" sldId="268"/>
            <ac:spMk id="51" creationId="{00000000-0000-0000-0000-000000000000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1:14.288" v="346"/>
        <pc:sldMkLst>
          <pc:docMk/>
          <pc:sldMk cId="0" sldId="269"/>
        </pc:sldMkLst>
        <pc:spChg chg="mod">
          <ac:chgData name="mianmoazzamali45@gmail.com" userId="a703304c7a52c0b3" providerId="Windows Live" clId="Web-{F7E95227-3138-4FA8-80A8-BA305DDAE9A2}" dt="2026-07-02T06:58:25.713" v="268" actId="20577"/>
          <ac:spMkLst>
            <pc:docMk/>
            <pc:sldMk cId="0" sldId="269"/>
            <ac:spMk id="7" creationId="{00000000-0000-0000-0000-000000000000}"/>
          </ac:spMkLst>
        </pc:spChg>
        <pc:spChg chg="add">
          <ac:chgData name="mianmoazzamali45@gmail.com" userId="a703304c7a52c0b3" providerId="Windows Live" clId="Web-{F7E95227-3138-4FA8-80A8-BA305DDAE9A2}" dt="2026-07-02T07:06:12.158" v="311"/>
          <ac:spMkLst>
            <pc:docMk/>
            <pc:sldMk cId="0" sldId="269"/>
            <ac:spMk id="34" creationId="{9CD1CBD8-062E-CE6A-70C3-D2E9E87C7367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1:16.319" v="347"/>
        <pc:sldMkLst>
          <pc:docMk/>
          <pc:sldMk cId="0" sldId="270"/>
        </pc:sldMkLst>
        <pc:spChg chg="mod">
          <ac:chgData name="mianmoazzamali45@gmail.com" userId="a703304c7a52c0b3" providerId="Windows Live" clId="Web-{F7E95227-3138-4FA8-80A8-BA305DDAE9A2}" dt="2026-07-02T06:58:32.635" v="270" actId="20577"/>
          <ac:spMkLst>
            <pc:docMk/>
            <pc:sldMk cId="0" sldId="270"/>
            <ac:spMk id="7" creationId="{00000000-0000-0000-0000-000000000000}"/>
          </ac:spMkLst>
        </pc:spChg>
        <pc:spChg chg="add">
          <ac:chgData name="mianmoazzamali45@gmail.com" userId="a703304c7a52c0b3" providerId="Windows Live" clId="Web-{F7E95227-3138-4FA8-80A8-BA305DDAE9A2}" dt="2026-07-02T07:06:08.893" v="310"/>
          <ac:spMkLst>
            <pc:docMk/>
            <pc:sldMk cId="0" sldId="270"/>
            <ac:spMk id="29" creationId="{F8B2A412-6BA1-57BD-5723-F1ACE3890A51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1:18.835" v="348"/>
        <pc:sldMkLst>
          <pc:docMk/>
          <pc:sldMk cId="0" sldId="271"/>
        </pc:sldMkLst>
        <pc:spChg chg="mod">
          <ac:chgData name="mianmoazzamali45@gmail.com" userId="a703304c7a52c0b3" providerId="Windows Live" clId="Web-{F7E95227-3138-4FA8-80A8-BA305DDAE9A2}" dt="2026-07-02T06:58:38.151" v="271" actId="20577"/>
          <ac:spMkLst>
            <pc:docMk/>
            <pc:sldMk cId="0" sldId="271"/>
            <ac:spMk id="7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7:02:13.920" v="282" actId="14100"/>
          <ac:spMkLst>
            <pc:docMk/>
            <pc:sldMk cId="0" sldId="271"/>
            <ac:spMk id="8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7:02:46.764" v="286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7:02:43.733" v="285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9:09.907" v="158" actId="14100"/>
          <ac:spMkLst>
            <pc:docMk/>
            <pc:sldMk cId="0" sldId="271"/>
            <ac:spMk id="12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8:49.626" v="153" actId="14100"/>
          <ac:spMkLst>
            <pc:docMk/>
            <pc:sldMk cId="0" sldId="271"/>
            <ac:spMk id="13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8:29.563" v="149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8:39.016" v="150" actId="14100"/>
          <ac:spMkLst>
            <pc:docMk/>
            <pc:sldMk cId="0" sldId="271"/>
            <ac:spMk id="16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8:12.641" v="145" actId="68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49:52.017" v="165" actId="14100"/>
          <ac:spMkLst>
            <pc:docMk/>
            <pc:sldMk cId="0" sldId="271"/>
            <ac:spMk id="18" creationId="{00000000-0000-0000-0000-000000000000}"/>
          </ac:spMkLst>
        </pc:spChg>
        <pc:spChg chg="add">
          <ac:chgData name="mianmoazzamali45@gmail.com" userId="a703304c7a52c0b3" providerId="Windows Live" clId="Web-{F7E95227-3138-4FA8-80A8-BA305DDAE9A2}" dt="2026-07-02T07:06:05.361" v="309"/>
          <ac:spMkLst>
            <pc:docMk/>
            <pc:sldMk cId="0" sldId="271"/>
            <ac:spMk id="20" creationId="{7926C162-C212-7CE2-3B41-806BA0945FD6}"/>
          </ac:spMkLst>
        </pc:spChg>
        <pc:spChg chg="add">
          <ac:chgData name="mianmoazzamali45@gmail.com" userId="a703304c7a52c0b3" providerId="Windows Live" clId="Web-{F7E95227-3138-4FA8-80A8-BA305DDAE9A2}" dt="2026-07-02T07:07:31.191" v="331"/>
          <ac:spMkLst>
            <pc:docMk/>
            <pc:sldMk cId="0" sldId="271"/>
            <ac:spMk id="22" creationId="{A957FAA3-3EE7-C37B-2FD3-67C7BD34207F}"/>
          </ac:spMkLst>
        </pc:spChg>
        <pc:picChg chg="mod">
          <ac:chgData name="mianmoazzamali45@gmail.com" userId="a703304c7a52c0b3" providerId="Windows Live" clId="Web-{F7E95227-3138-4FA8-80A8-BA305DDAE9A2}" dt="2026-07-02T07:02:40.670" v="284" actId="1076"/>
          <ac:picMkLst>
            <pc:docMk/>
            <pc:sldMk cId="0" sldId="271"/>
            <ac:picMk id="10" creationId="{00000000-0000-0000-0000-000000000000}"/>
          </ac:picMkLst>
        </pc:picChg>
        <pc:picChg chg="mod">
          <ac:chgData name="mianmoazzamali45@gmail.com" userId="a703304c7a52c0b3" providerId="Windows Live" clId="Web-{F7E95227-3138-4FA8-80A8-BA305DDAE9A2}" dt="2026-07-02T07:02:52.593" v="287" actId="1076"/>
          <ac:picMkLst>
            <pc:docMk/>
            <pc:sldMk cId="0" sldId="271"/>
            <ac:picMk id="15" creationId="{00000000-0000-0000-0000-000000000000}"/>
          </ac:picMkLst>
        </pc:picChg>
      </pc:sldChg>
      <pc:sldChg chg="addSp modSp mod modTransition">
        <pc:chgData name="mianmoazzamali45@gmail.com" userId="a703304c7a52c0b3" providerId="Windows Live" clId="Web-{F7E95227-3138-4FA8-80A8-BA305DDAE9A2}" dt="2026-07-02T07:11:22.788" v="349"/>
        <pc:sldMkLst>
          <pc:docMk/>
          <pc:sldMk cId="0" sldId="272"/>
        </pc:sldMkLst>
        <pc:spChg chg="mod">
          <ac:chgData name="mianmoazzamali45@gmail.com" userId="a703304c7a52c0b3" providerId="Windows Live" clId="Web-{F7E95227-3138-4FA8-80A8-BA305DDAE9A2}" dt="2026-07-02T06:58:44.041" v="272" actId="20577"/>
          <ac:spMkLst>
            <pc:docMk/>
            <pc:sldMk cId="0" sldId="272"/>
            <ac:spMk id="7" creationId="{00000000-0000-0000-0000-000000000000}"/>
          </ac:spMkLst>
        </pc:spChg>
        <pc:spChg chg="add">
          <ac:chgData name="mianmoazzamali45@gmail.com" userId="a703304c7a52c0b3" providerId="Windows Live" clId="Web-{F7E95227-3138-4FA8-80A8-BA305DDAE9A2}" dt="2026-07-02T07:06:01.986" v="308"/>
          <ac:spMkLst>
            <pc:docMk/>
            <pc:sldMk cId="0" sldId="272"/>
            <ac:spMk id="40" creationId="{8904DF10-5B46-2698-3FBF-F9CC90B98CC2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1:24.570" v="350"/>
        <pc:sldMkLst>
          <pc:docMk/>
          <pc:sldMk cId="0" sldId="273"/>
        </pc:sldMkLst>
        <pc:spChg chg="mod">
          <ac:chgData name="mianmoazzamali45@gmail.com" userId="a703304c7a52c0b3" providerId="Windows Live" clId="Web-{F7E95227-3138-4FA8-80A8-BA305DDAE9A2}" dt="2026-07-02T06:54:53.756" v="243" actId="20577"/>
          <ac:spMkLst>
            <pc:docMk/>
            <pc:sldMk cId="0" sldId="273"/>
            <ac:spMk id="5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8:50.167" v="274" actId="20577"/>
          <ac:spMkLst>
            <pc:docMk/>
            <pc:sldMk cId="0" sldId="273"/>
            <ac:spMk id="7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1:12.347" v="214" actId="1076"/>
          <ac:spMkLst>
            <pc:docMk/>
            <pc:sldMk cId="0" sldId="273"/>
            <ac:spMk id="10" creationId="{00000000-0000-0000-0000-000000000000}"/>
          </ac:spMkLst>
        </pc:spChg>
        <pc:spChg chg="add">
          <ac:chgData name="mianmoazzamali45@gmail.com" userId="a703304c7a52c0b3" providerId="Windows Live" clId="Web-{F7E95227-3138-4FA8-80A8-BA305DDAE9A2}" dt="2026-07-02T07:05:57.861" v="307"/>
          <ac:spMkLst>
            <pc:docMk/>
            <pc:sldMk cId="0" sldId="273"/>
            <ac:spMk id="14" creationId="{51925850-5680-1996-B691-8E3C3FEED295}"/>
          </ac:spMkLst>
        </pc:spChg>
        <pc:graphicFrameChg chg="mod modGraphic">
          <ac:chgData name="mianmoazzamali45@gmail.com" userId="a703304c7a52c0b3" providerId="Windows Live" clId="Web-{F7E95227-3138-4FA8-80A8-BA305DDAE9A2}" dt="2026-07-02T06:57:09.790" v="266"/>
          <ac:graphicFrameMkLst>
            <pc:docMk/>
            <pc:sldMk cId="0" sldId="273"/>
            <ac:graphicFrameMk id="19" creationId="{00000000-0000-0000-0000-000000000000}"/>
          </ac:graphicFrameMkLst>
        </pc:graphicFrameChg>
      </pc:sldChg>
      <pc:sldChg chg="addSp modSp mod modTransition">
        <pc:chgData name="mianmoazzamali45@gmail.com" userId="a703304c7a52c0b3" providerId="Windows Live" clId="Web-{F7E95227-3138-4FA8-80A8-BA305DDAE9A2}" dt="2026-07-02T07:11:27.179" v="351"/>
        <pc:sldMkLst>
          <pc:docMk/>
          <pc:sldMk cId="0" sldId="274"/>
        </pc:sldMkLst>
        <pc:spChg chg="mod">
          <ac:chgData name="mianmoazzamali45@gmail.com" userId="a703304c7a52c0b3" providerId="Windows Live" clId="Web-{F7E95227-3138-4FA8-80A8-BA305DDAE9A2}" dt="2026-07-02T06:58:57.885" v="275" actId="20577"/>
          <ac:spMkLst>
            <pc:docMk/>
            <pc:sldMk cId="0" sldId="274"/>
            <ac:spMk id="7" creationId="{00000000-0000-0000-0000-000000000000}"/>
          </ac:spMkLst>
        </pc:spChg>
        <pc:spChg chg="add">
          <ac:chgData name="mianmoazzamali45@gmail.com" userId="a703304c7a52c0b3" providerId="Windows Live" clId="Web-{F7E95227-3138-4FA8-80A8-BA305DDAE9A2}" dt="2026-07-02T07:05:53.783" v="306"/>
          <ac:spMkLst>
            <pc:docMk/>
            <pc:sldMk cId="0" sldId="274"/>
            <ac:spMk id="13" creationId="{F46B87DE-71A3-E988-74E7-61F2CCDA16E7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1:29.851" v="352"/>
        <pc:sldMkLst>
          <pc:docMk/>
          <pc:sldMk cId="0" sldId="275"/>
        </pc:sldMkLst>
        <pc:spChg chg="mod">
          <ac:chgData name="mianmoazzamali45@gmail.com" userId="a703304c7a52c0b3" providerId="Windows Live" clId="Web-{F7E95227-3138-4FA8-80A8-BA305DDAE9A2}" dt="2026-07-02T06:59:02.682" v="276" actId="20577"/>
          <ac:spMkLst>
            <pc:docMk/>
            <pc:sldMk cId="0" sldId="275"/>
            <ac:spMk id="7" creationId="{00000000-0000-0000-0000-000000000000}"/>
          </ac:spMkLst>
        </pc:spChg>
        <pc:spChg chg="add mod">
          <ac:chgData name="mianmoazzamali45@gmail.com" userId="a703304c7a52c0b3" providerId="Windows Live" clId="Web-{F7E95227-3138-4FA8-80A8-BA305DDAE9A2}" dt="2026-07-02T07:05:48.721" v="305" actId="1076"/>
          <ac:spMkLst>
            <pc:docMk/>
            <pc:sldMk cId="0" sldId="275"/>
            <ac:spMk id="45" creationId="{65740ABC-E65C-01C1-57DE-16FCF9B9FC91}"/>
          </ac:spMkLst>
        </pc:spChg>
        <pc:spChg chg="add mod">
          <ac:chgData name="mianmoazzamali45@gmail.com" userId="a703304c7a52c0b3" providerId="Windows Live" clId="Web-{F7E95227-3138-4FA8-80A8-BA305DDAE9A2}" dt="2026-07-02T07:07:22.550" v="330" actId="1076"/>
          <ac:spMkLst>
            <pc:docMk/>
            <pc:sldMk cId="0" sldId="275"/>
            <ac:spMk id="47" creationId="{22F20405-B1BF-A360-99EB-2816ADD04ABE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1:33.664" v="353"/>
        <pc:sldMkLst>
          <pc:docMk/>
          <pc:sldMk cId="0" sldId="276"/>
        </pc:sldMkLst>
        <pc:spChg chg="mod">
          <ac:chgData name="mianmoazzamali45@gmail.com" userId="a703304c7a52c0b3" providerId="Windows Live" clId="Web-{F7E95227-3138-4FA8-80A8-BA305DDAE9A2}" dt="2026-07-02T06:59:07.229" v="278" actId="20577"/>
          <ac:spMkLst>
            <pc:docMk/>
            <pc:sldMk cId="0" sldId="276"/>
            <ac:spMk id="7" creationId="{00000000-0000-0000-0000-000000000000}"/>
          </ac:spMkLst>
        </pc:spChg>
        <pc:spChg chg="add mod">
          <ac:chgData name="mianmoazzamali45@gmail.com" userId="a703304c7a52c0b3" providerId="Windows Live" clId="Web-{F7E95227-3138-4FA8-80A8-BA305DDAE9A2}" dt="2026-07-02T07:07:13.300" v="328" actId="1076"/>
          <ac:spMkLst>
            <pc:docMk/>
            <pc:sldMk cId="0" sldId="276"/>
            <ac:spMk id="39" creationId="{3AF178C4-1D9B-3444-5413-C1E45B5819C3}"/>
          </ac:spMkLst>
        </pc:spChg>
        <pc:spChg chg="add">
          <ac:chgData name="mianmoazzamali45@gmail.com" userId="a703304c7a52c0b3" providerId="Windows Live" clId="Web-{F7E95227-3138-4FA8-80A8-BA305DDAE9A2}" dt="2026-07-02T07:05:23.376" v="301"/>
          <ac:spMkLst>
            <pc:docMk/>
            <pc:sldMk cId="0" sldId="276"/>
            <ac:spMk id="41" creationId="{AB4DAF67-1C79-F395-E48E-E1C63E48546B}"/>
          </ac:spMkLst>
        </pc:spChg>
      </pc:sldChg>
      <pc:sldChg chg="addSp modSp mod modTransition">
        <pc:chgData name="mianmoazzamali45@gmail.com" userId="a703304c7a52c0b3" providerId="Windows Live" clId="Web-{F7E95227-3138-4FA8-80A8-BA305DDAE9A2}" dt="2026-07-02T07:11:36.585" v="354"/>
        <pc:sldMkLst>
          <pc:docMk/>
          <pc:sldMk cId="0" sldId="277"/>
        </pc:sldMkLst>
        <pc:spChg chg="mod">
          <ac:chgData name="mianmoazzamali45@gmail.com" userId="a703304c7a52c0b3" providerId="Windows Live" clId="Web-{F7E95227-3138-4FA8-80A8-BA305DDAE9A2}" dt="2026-07-02T06:59:11.870" v="280" actId="20577"/>
          <ac:spMkLst>
            <pc:docMk/>
            <pc:sldMk cId="0" sldId="277"/>
            <ac:spMk id="7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3:19.724" v="227" actId="1076"/>
          <ac:spMkLst>
            <pc:docMk/>
            <pc:sldMk cId="0" sldId="277"/>
            <ac:spMk id="23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3:59.443" v="236" actId="1076"/>
          <ac:spMkLst>
            <pc:docMk/>
            <pc:sldMk cId="0" sldId="277"/>
            <ac:spMk id="24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3:36.411" v="232" actId="14100"/>
          <ac:spMkLst>
            <pc:docMk/>
            <pc:sldMk cId="0" sldId="277"/>
            <ac:spMk id="26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3:47.208" v="235" actId="14100"/>
          <ac:spMkLst>
            <pc:docMk/>
            <pc:sldMk cId="0" sldId="277"/>
            <ac:spMk id="27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2:31.239" v="215" actId="1076"/>
          <ac:spMkLst>
            <pc:docMk/>
            <pc:sldMk cId="0" sldId="277"/>
            <ac:spMk id="28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2:42.082" v="219" actId="1076"/>
          <ac:spMkLst>
            <pc:docMk/>
            <pc:sldMk cId="0" sldId="277"/>
            <ac:spMk id="29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2:51.348" v="222" actId="14100"/>
          <ac:spMkLst>
            <pc:docMk/>
            <pc:sldMk cId="0" sldId="277"/>
            <ac:spMk id="31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3:06.130" v="226" actId="14100"/>
          <ac:spMkLst>
            <pc:docMk/>
            <pc:sldMk cId="0" sldId="277"/>
            <ac:spMk id="32" creationId="{00000000-0000-0000-0000-000000000000}"/>
          </ac:spMkLst>
        </pc:spChg>
        <pc:spChg chg="add mod">
          <ac:chgData name="mianmoazzamali45@gmail.com" userId="a703304c7a52c0b3" providerId="Windows Live" clId="Web-{F7E95227-3138-4FA8-80A8-BA305DDAE9A2}" dt="2026-07-02T07:04:23.750" v="290" actId="1076"/>
          <ac:spMkLst>
            <pc:docMk/>
            <pc:sldMk cId="0" sldId="277"/>
            <ac:spMk id="34" creationId="{6355465F-2CC1-B991-FC91-E80E1668E71C}"/>
          </ac:spMkLst>
        </pc:spChg>
        <pc:spChg chg="add mod">
          <ac:chgData name="mianmoazzamali45@gmail.com" userId="a703304c7a52c0b3" providerId="Windows Live" clId="Web-{F7E95227-3138-4FA8-80A8-BA305DDAE9A2}" dt="2026-07-02T07:05:01.157" v="298" actId="1076"/>
          <ac:spMkLst>
            <pc:docMk/>
            <pc:sldMk cId="0" sldId="277"/>
            <ac:spMk id="36" creationId="{C118CB9F-444C-5147-2359-DADF4AA30727}"/>
          </ac:spMkLst>
        </pc:spChg>
        <pc:picChg chg="mod">
          <ac:chgData name="mianmoazzamali45@gmail.com" userId="a703304c7a52c0b3" providerId="Windows Live" clId="Web-{F7E95227-3138-4FA8-80A8-BA305DDAE9A2}" dt="2026-07-02T06:53:22.677" v="228" actId="1076"/>
          <ac:picMkLst>
            <pc:docMk/>
            <pc:sldMk cId="0" sldId="277"/>
            <ac:picMk id="25" creationId="{00000000-0000-0000-0000-000000000000}"/>
          </ac:picMkLst>
        </pc:picChg>
        <pc:picChg chg="mod">
          <ac:chgData name="mianmoazzamali45@gmail.com" userId="a703304c7a52c0b3" providerId="Windows Live" clId="Web-{F7E95227-3138-4FA8-80A8-BA305DDAE9A2}" dt="2026-07-02T06:52:40.176" v="218" actId="1076"/>
          <ac:picMkLst>
            <pc:docMk/>
            <pc:sldMk cId="0" sldId="277"/>
            <ac:picMk id="30" creationId="{00000000-0000-0000-0000-000000000000}"/>
          </ac:picMkLst>
        </pc:picChg>
      </pc:sldChg>
      <pc:sldChg chg="modSp mod modTransition setBg">
        <pc:chgData name="mianmoazzamali45@gmail.com" userId="a703304c7a52c0b3" providerId="Windows Live" clId="Web-{F7E95227-3138-4FA8-80A8-BA305DDAE9A2}" dt="2026-07-02T07:11:39.648" v="355"/>
        <pc:sldMkLst>
          <pc:docMk/>
          <pc:sldMk cId="0" sldId="278"/>
        </pc:sldMkLst>
        <pc:spChg chg="mod">
          <ac:chgData name="mianmoazzamali45@gmail.com" userId="a703304c7a52c0b3" providerId="Windows Live" clId="Web-{F7E95227-3138-4FA8-80A8-BA305DDAE9A2}" dt="2026-07-02T06:55:53.429" v="255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5:49.710" v="254" actId="1076"/>
          <ac:spMkLst>
            <pc:docMk/>
            <pc:sldMk cId="0" sldId="278"/>
            <ac:spMk id="3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5:42.132" v="253" actId="1076"/>
          <ac:spMkLst>
            <pc:docMk/>
            <pc:sldMk cId="0" sldId="278"/>
            <ac:spMk id="4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5:38.851" v="252" actId="1076"/>
          <ac:spMkLst>
            <pc:docMk/>
            <pc:sldMk cId="0" sldId="278"/>
            <ac:spMk id="6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5:20.507" v="247" actId="14100"/>
          <ac:spMkLst>
            <pc:docMk/>
            <pc:sldMk cId="0" sldId="278"/>
            <ac:spMk id="7" creationId="{00000000-0000-0000-0000-000000000000}"/>
          </ac:spMkLst>
        </pc:spChg>
        <pc:picChg chg="mod">
          <ac:chgData name="mianmoazzamali45@gmail.com" userId="a703304c7a52c0b3" providerId="Windows Live" clId="Web-{F7E95227-3138-4FA8-80A8-BA305DDAE9A2}" dt="2026-07-02T06:55:35.616" v="251" actId="1076"/>
          <ac:picMkLst>
            <pc:docMk/>
            <pc:sldMk cId="0" sldId="278"/>
            <ac:picMk id="5" creationId="{00000000-0000-0000-0000-000000000000}"/>
          </ac:picMkLst>
        </pc:picChg>
      </pc:sldChg>
      <pc:sldChg chg="modSp mod modTransition setBg">
        <pc:chgData name="mianmoazzamali45@gmail.com" userId="a703304c7a52c0b3" providerId="Windows Live" clId="Web-{F7E95227-3138-4FA8-80A8-BA305DDAE9A2}" dt="2026-07-02T07:11:42.757" v="356"/>
        <pc:sldMkLst>
          <pc:docMk/>
          <pc:sldMk cId="0" sldId="279"/>
        </pc:sldMkLst>
        <pc:spChg chg="mod">
          <ac:chgData name="mianmoazzamali45@gmail.com" userId="a703304c7a52c0b3" providerId="Windows Live" clId="Web-{F7E95227-3138-4FA8-80A8-BA305DDAE9A2}" dt="2026-07-02T06:56:20.117" v="257" actId="20577"/>
          <ac:spMkLst>
            <pc:docMk/>
            <pc:sldMk cId="0" sldId="279"/>
            <ac:spMk id="6" creationId="{00000000-0000-0000-0000-000000000000}"/>
          </ac:spMkLst>
        </pc:spChg>
        <pc:spChg chg="mod">
          <ac:chgData name="mianmoazzamali45@gmail.com" userId="a703304c7a52c0b3" providerId="Windows Live" clId="Web-{F7E95227-3138-4FA8-80A8-BA305DDAE9A2}" dt="2026-07-02T06:56:25.211" v="258" actId="20577"/>
          <ac:spMkLst>
            <pc:docMk/>
            <pc:sldMk cId="0" sldId="279"/>
            <ac:spMk id="7" creationId="{00000000-0000-0000-0000-000000000000}"/>
          </ac:spMkLst>
        </pc:spChg>
      </pc:sldChg>
      <pc:sldChg chg="add del replId">
        <pc:chgData name="mianmoazzamali45@gmail.com" userId="a703304c7a52c0b3" providerId="Windows Live" clId="Web-{F7E95227-3138-4FA8-80A8-BA305DDAE9A2}" dt="2026-07-02T07:05:34.861" v="303"/>
        <pc:sldMkLst>
          <pc:docMk/>
          <pc:sldMk cId="3560151758" sldId="280"/>
        </pc:sldMkLst>
      </pc:sldChg>
      <pc:sldMasterChg chg="mod setBg modSldLayout">
        <pc:chgData name="mianmoazzamali45@gmail.com" userId="a703304c7a52c0b3" providerId="Windows Live" clId="Web-{F7E95227-3138-4FA8-80A8-BA305DDAE9A2}" dt="2026-07-02T06:54:54.897" v="244"/>
        <pc:sldMasterMkLst>
          <pc:docMk/>
          <pc:sldMasterMk cId="0" sldId="2147483648"/>
        </pc:sldMasterMkLst>
        <pc:sldLayoutChg chg="mod">
          <pc:chgData name="mianmoazzamali45@gmail.com" userId="a703304c7a52c0b3" providerId="Windows Live" clId="Web-{F7E95227-3138-4FA8-80A8-BA305DDAE9A2}" dt="2026-07-02T06:54:54.897" v="244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1A05A-93A8-4667-AC1F-F9815AC36555}" type="datetimeFigureOut">
              <a:t>01/07/2026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A71D3-8907-461C-A6D3-7E1E3E0531D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84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35.png"/><Relationship Id="rId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33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2796" y="1374648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96" y="15118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1280160" y="1972056"/>
            <a:ext cx="1346911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FINAL YEAR PROJECT  ·  PROJECT ID: FYP-F25-42</a:t>
            </a:r>
            <a:endParaRPr lang="en-US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-341376" y="2289048"/>
            <a:ext cx="11506200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Cambria"/>
                <a:ea typeface="Cambria"/>
                <a:cs typeface="Cambria" pitchFamily="34" charset="-120"/>
              </a:rPr>
              <a:t>AI-Based Trip Planner</a:t>
            </a:r>
            <a:endParaRPr lang="en-US" sz="4800">
              <a:latin typeface="Cambria"/>
              <a:ea typeface="Cambria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71600" y="3035808"/>
            <a:ext cx="9214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latin typeface="Calibri"/>
                <a:ea typeface="Calibri"/>
                <a:cs typeface="Calibri"/>
              </a:rPr>
              <a:t>Smart, Personalized Travel Planning Powered by Artificial Intelligence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161"/>
            </a:avLst>
          </a:prstGeom>
          <a:solidFill>
            <a:srgbClr val="0B4F6C"/>
          </a:solidFill>
          <a:ln/>
        </p:spPr>
      </p:sp>
      <p:sp>
        <p:nvSpPr>
          <p:cNvPr id="10" name="Text 7"/>
          <p:cNvSpPr/>
          <p:nvPr/>
        </p:nvSpPr>
        <p:spPr>
          <a:xfrm>
            <a:off x="2880360" y="4325112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Aqsa Ameen (70136717)   ·   M Hassaan (70137074)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Advisor: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Muhammad Jehanzeb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Software Engineering, The University of Lahore  |  Session: Fall 2022 –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600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161288" y="1746504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043" y="18452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16002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The Problem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02920" y="2368296"/>
            <a:ext cx="5349240" cy="0"/>
          </a:xfrm>
          <a:prstGeom prst="line">
            <a:avLst/>
          </a:prstGeom>
          <a:noFill/>
          <a:ln w="12700">
            <a:solidFill>
              <a:srgbClr val="E1ED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249631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1161288" y="2642616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043" y="2741371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24963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Existing Solutions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02920" y="3264408"/>
            <a:ext cx="5349240" cy="0"/>
          </a:xfrm>
          <a:prstGeom prst="line">
            <a:avLst/>
          </a:prstGeom>
          <a:noFill/>
          <a:ln w="12700">
            <a:solidFill>
              <a:srgbClr val="E1EDE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2920" y="339242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1161288" y="3538728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043" y="3637483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37360" y="339242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Scope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02920" y="4160520"/>
            <a:ext cx="5349240" cy="0"/>
          </a:xfrm>
          <a:prstGeom prst="line">
            <a:avLst/>
          </a:prstGeom>
          <a:noFill/>
          <a:ln w="12700">
            <a:solidFill>
              <a:srgbClr val="E1EDE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8853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1161288" y="4434840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0043" y="4533595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28853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Core Features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502920" y="5056632"/>
            <a:ext cx="5349240" cy="0"/>
          </a:xfrm>
          <a:prstGeom prst="line">
            <a:avLst/>
          </a:prstGeom>
          <a:noFill/>
          <a:ln w="12700">
            <a:solidFill>
              <a:srgbClr val="E1EDE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02920" y="518464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Shape 22"/>
          <p:cNvSpPr/>
          <p:nvPr/>
        </p:nvSpPr>
        <p:spPr>
          <a:xfrm>
            <a:off x="1161288" y="5330952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0043" y="5429707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737360" y="518464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(Functional &amp; Non-Functional)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6309360" y="1600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Shape 25"/>
          <p:cNvSpPr/>
          <p:nvPr/>
        </p:nvSpPr>
        <p:spPr>
          <a:xfrm>
            <a:off x="6967728" y="1746504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6483" y="1845259"/>
            <a:ext cx="241402" cy="24140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43800" y="16002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AI Models</a:t>
            </a:r>
            <a:endParaRPr lang="en-US" sz="1500" dirty="0"/>
          </a:p>
        </p:txBody>
      </p:sp>
      <p:sp>
        <p:nvSpPr>
          <p:cNvPr id="36" name="Shape 27"/>
          <p:cNvSpPr/>
          <p:nvPr/>
        </p:nvSpPr>
        <p:spPr>
          <a:xfrm>
            <a:off x="6309360" y="2368296"/>
            <a:ext cx="5349240" cy="0"/>
          </a:xfrm>
          <a:prstGeom prst="line">
            <a:avLst/>
          </a:prstGeom>
          <a:noFill/>
          <a:ln w="12700">
            <a:solidFill>
              <a:srgbClr val="E1EDEF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309360" y="249631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Shape 29"/>
          <p:cNvSpPr/>
          <p:nvPr/>
        </p:nvSpPr>
        <p:spPr>
          <a:xfrm>
            <a:off x="6967728" y="2642616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6483" y="2741371"/>
            <a:ext cx="241402" cy="24140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543800" y="24963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Results</a:t>
            </a:r>
            <a:endParaRPr lang="en-US" sz="1500" dirty="0"/>
          </a:p>
        </p:txBody>
      </p:sp>
      <p:sp>
        <p:nvSpPr>
          <p:cNvPr id="41" name="Shape 31"/>
          <p:cNvSpPr/>
          <p:nvPr/>
        </p:nvSpPr>
        <p:spPr>
          <a:xfrm>
            <a:off x="6309360" y="3264408"/>
            <a:ext cx="5349240" cy="0"/>
          </a:xfrm>
          <a:prstGeom prst="line">
            <a:avLst/>
          </a:prstGeom>
          <a:noFill/>
          <a:ln w="12700">
            <a:solidFill>
              <a:srgbClr val="E1EDEF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6309360" y="339242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43" name="Shape 33"/>
          <p:cNvSpPr/>
          <p:nvPr/>
        </p:nvSpPr>
        <p:spPr>
          <a:xfrm>
            <a:off x="6967728" y="3538728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483" y="3637483"/>
            <a:ext cx="241402" cy="24140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543800" y="339242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500" dirty="0"/>
          </a:p>
        </p:txBody>
      </p:sp>
      <p:sp>
        <p:nvSpPr>
          <p:cNvPr id="46" name="Shape 35"/>
          <p:cNvSpPr/>
          <p:nvPr/>
        </p:nvSpPr>
        <p:spPr>
          <a:xfrm>
            <a:off x="6309360" y="4160520"/>
            <a:ext cx="5349240" cy="0"/>
          </a:xfrm>
          <a:prstGeom prst="line">
            <a:avLst/>
          </a:prstGeom>
          <a:noFill/>
          <a:ln w="12700">
            <a:solidFill>
              <a:srgbClr val="E1EDEF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6309360" y="428853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48" name="Shape 37"/>
          <p:cNvSpPr/>
          <p:nvPr/>
        </p:nvSpPr>
        <p:spPr>
          <a:xfrm>
            <a:off x="6967728" y="4434840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6483" y="4533595"/>
            <a:ext cx="241402" cy="241402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7543800" y="428853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Learnt &amp; Future Work</a:t>
            </a:r>
            <a:endParaRPr lang="en-US" sz="1500" dirty="0"/>
          </a:p>
        </p:txBody>
      </p:sp>
      <p:sp>
        <p:nvSpPr>
          <p:cNvPr id="51" name="Shape 39"/>
          <p:cNvSpPr/>
          <p:nvPr/>
        </p:nvSpPr>
        <p:spPr>
          <a:xfrm>
            <a:off x="6309360" y="5056632"/>
            <a:ext cx="5349240" cy="0"/>
          </a:xfrm>
          <a:prstGeom prst="line">
            <a:avLst/>
          </a:prstGeom>
          <a:noFill/>
          <a:ln w="12700">
            <a:solidFill>
              <a:srgbClr val="E1EDEF"/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6309360" y="518464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E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53" name="Shape 41"/>
          <p:cNvSpPr/>
          <p:nvPr/>
        </p:nvSpPr>
        <p:spPr>
          <a:xfrm>
            <a:off x="6967728" y="5330952"/>
            <a:ext cx="438912" cy="438912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66483" y="5429707"/>
            <a:ext cx="241402" cy="241402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7543800" y="518464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7" name="Shape 0">
            <a:extLst>
              <a:ext uri="{FF2B5EF4-FFF2-40B4-BE49-F238E27FC236}">
                <a16:creationId xmlns:a16="http://schemas.microsoft.com/office/drawing/2014/main" id="{3059FC1B-F460-15B4-58CE-61ECAB4A4726}"/>
              </a:ext>
            </a:extLst>
          </p:cNvPr>
          <p:cNvSpPr/>
          <p:nvPr/>
        </p:nvSpPr>
        <p:spPr>
          <a:xfrm>
            <a:off x="9193041" y="-3329553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Planning Today Is Slow and Scattered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544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must juggle destinations, budgets, transport, accommodation, and daily activities across many disconnected websites, blogs, and booking platforms — an especially difficult task for students, families, and first-time tourists with limited planning experience.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289864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9992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" y="341071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4088" y="3721608"/>
            <a:ext cx="22951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Destinations, budgets and bookings are spread across many separate platforms.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01568" y="26974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02736" y="289864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299923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02736" y="341071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602736" y="3721608"/>
            <a:ext cx="22951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give general, fixed suggestions that ignore personal interests.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00216" y="26974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01384" y="289864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99923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01384" y="341071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Expenses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01384" y="3721608"/>
            <a:ext cx="22951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planning frequently causes poor time management and budget overruns.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198864" y="26974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400032" y="289864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0616" y="299923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00032" y="341071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Opportunities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400032" y="3721608"/>
            <a:ext cx="22951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places and activities are often overlooked without expert guidance.</a:t>
            </a:r>
            <a:endParaRPr lang="en-US" sz="1050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A5679660-0D80-17E1-BAA4-9094AA748BC4}"/>
              </a:ext>
            </a:extLst>
          </p:cNvPr>
          <p:cNvSpPr/>
          <p:nvPr/>
        </p:nvSpPr>
        <p:spPr>
          <a:xfrm>
            <a:off x="9193041" y="-3244209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B7481644-2488-7ADD-2320-3F9663032A38}"/>
              </a:ext>
            </a:extLst>
          </p:cNvPr>
          <p:cNvSpPr/>
          <p:nvPr/>
        </p:nvSpPr>
        <p:spPr>
          <a:xfrm rot="-1800000">
            <a:off x="-3186070" y="4764115"/>
            <a:ext cx="4114800" cy="277368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PURPOSE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Key Objectives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 is to combine every major planning task into one intelligent platform that automatically builds a complete travel plan from a user's destination, budget, interests, and trip length.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24028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244144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5420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" y="29535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Planning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4088" y="3264408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AI-driven, web-based trip planning system.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97680" y="224028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98848" y="244144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254203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98848" y="29535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Analysis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98848" y="3264408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budget, destination, duration &amp; interests.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92440" y="224028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93608" y="244144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254203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93608" y="29535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93608" y="3264408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tourist places, activities &amp; routes.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404164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4088" y="4242816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3434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4088" y="475488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Budget Management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04088" y="5065776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manage trips efficiently.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297680" y="404164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98848" y="4242816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434340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98848" y="475488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498848" y="5065776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planning to save cost and time.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8092440" y="404164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293608" y="4242816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192" y="4343400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93608" y="475488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Results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8293608" y="5065776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dependable AI-based recommendations.</a:t>
            </a:r>
            <a:endParaRPr lang="en-US" sz="1050" dirty="0"/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9D623B08-4140-8573-B2BE-031353031C5D}"/>
              </a:ext>
            </a:extLst>
          </p:cNvPr>
          <p:cNvSpPr/>
          <p:nvPr/>
        </p:nvSpPr>
        <p:spPr>
          <a:xfrm>
            <a:off x="9089409" y="-3329553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MARKET LANDSCAPE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Fall Short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EEF6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874520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5" y="1981505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719072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TripIt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160520" y="1719072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itineraries but no route optimization, cost estimation, or weather support.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2752344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EEF6F7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3026664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5" y="3133649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871216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Rome2Rio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160520" y="2871216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worldwide route options but no cost estimation or accommodation suggestions.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02920" y="3904488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EEF6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" y="4178808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5" y="4285793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02336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Travel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160520" y="4023360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trip support and info, but lacks personalization and intelligent planning.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02920" y="5056632"/>
            <a:ext cx="11155680" cy="1024128"/>
          </a:xfrm>
          <a:prstGeom prst="roundRect">
            <a:avLst>
              <a:gd name="adj" fmla="val 6250"/>
            </a:avLst>
          </a:prstGeom>
          <a:solidFill>
            <a:srgbClr val="EEF6F7"/>
          </a:solidFill>
          <a:ln/>
        </p:spPr>
      </p:sp>
      <p:sp>
        <p:nvSpPr>
          <p:cNvPr id="24" name="Shape 18"/>
          <p:cNvSpPr/>
          <p:nvPr/>
        </p:nvSpPr>
        <p:spPr>
          <a:xfrm>
            <a:off x="685800" y="5330952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5" y="5437937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5175504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/ Expedia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160520" y="5175504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booking services only — no intelligent trip planning.</a:t>
            </a:r>
            <a:endParaRPr lang="en-US" sz="125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C32172CD-541F-2AC5-7548-C08B31CA11C7}"/>
              </a:ext>
            </a:extLst>
          </p:cNvPr>
          <p:cNvSpPr/>
          <p:nvPr/>
        </p:nvSpPr>
        <p:spPr>
          <a:xfrm>
            <a:off x="9101601" y="-3244209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GAP ANALYSIS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Needs and Reality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EEF6F7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19419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400"/>
              </a:spcAft>
              <a:buSzPct val="100000"/>
              <a:buFont typeface="Arial"/>
              <a:buChar char="•"/>
            </a:pPr>
            <a:r>
              <a:rPr lang="en-US" sz="1300" dirty="0">
                <a:latin typeface="Calibri"/>
                <a:ea typeface="Calibri"/>
                <a:cs typeface="Calibri"/>
              </a:rPr>
              <a:t>Require manual searching across multiple sources</a:t>
            </a:r>
            <a:endParaRPr lang="en-US"/>
          </a:p>
          <a:p>
            <a:pPr marL="285750" indent="-285750">
              <a:spcAft>
                <a:spcPts val="1400"/>
              </a:spcAft>
              <a:buSzPct val="100000"/>
              <a:buFont typeface="Arial"/>
              <a:buChar char="•"/>
            </a:pPr>
            <a:r>
              <a:rPr lang="en-US" sz="1300" dirty="0">
                <a:latin typeface="Calibri"/>
                <a:ea typeface="Calibri"/>
                <a:cs typeface="Calibri"/>
              </a:rPr>
              <a:t>Increase user effort and confusion</a:t>
            </a:r>
          </a:p>
          <a:p>
            <a:pPr marL="285750" indent="-285750">
              <a:spcAft>
                <a:spcPts val="1400"/>
              </a:spcAft>
              <a:buSzPct val="100000"/>
              <a:buFont typeface="Arial"/>
              <a:buChar char="•"/>
            </a:pPr>
            <a:r>
              <a:rPr lang="en-US" sz="1300" dirty="0">
                <a:latin typeface="Calibri"/>
                <a:ea typeface="Calibri"/>
                <a:cs typeface="Calibri"/>
              </a:rPr>
              <a:t>Ignore budget limits, interests &amp; duration together</a:t>
            </a:r>
          </a:p>
          <a:p>
            <a:pPr marL="285750" indent="-285750">
              <a:spcAft>
                <a:spcPts val="1400"/>
              </a:spcAft>
              <a:buSzPct val="100000"/>
              <a:buFont typeface="Arial"/>
              <a:buChar char="•"/>
            </a:pPr>
            <a:r>
              <a:rPr lang="en-US" sz="1300">
                <a:latin typeface="Calibri"/>
                <a:ea typeface="Calibri"/>
                <a:cs typeface="Calibri"/>
              </a:rPr>
              <a:t>Offer generic, one-size-fits-all suggestions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No intelligent itinerary optimization</a:t>
            </a:r>
          </a:p>
          <a:p>
            <a:pPr marL="285750" indent="-285750">
              <a:spcAft>
                <a:spcPts val="1400"/>
              </a:spcAft>
              <a:buSzPct val="100000"/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Time-consuming trip planning process</a:t>
            </a:r>
          </a:p>
        </p:txBody>
      </p:sp>
      <p:sp>
        <p:nvSpPr>
          <p:cNvPr id="13" name="Shape 9"/>
          <p:cNvSpPr/>
          <p:nvPr/>
        </p:nvSpPr>
        <p:spPr>
          <a:xfrm>
            <a:off x="6309360" y="1600200"/>
            <a:ext cx="5376672" cy="4160520"/>
          </a:xfrm>
          <a:prstGeom prst="roundRect">
            <a:avLst>
              <a:gd name="adj" fmla="val 1978"/>
            </a:avLst>
          </a:prstGeom>
          <a:solidFill>
            <a:srgbClr val="0B4F6C"/>
          </a:solidFill>
          <a:ln/>
        </p:spPr>
      </p:sp>
      <p:sp>
        <p:nvSpPr>
          <p:cNvPr id="14" name="Shape 10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837" y="194195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62940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integrated platform for full trip planning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generates personalized plans via AI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budget, interests &amp; duration together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&amp; improves planning accuracy</a:t>
            </a:r>
          </a:p>
          <a:p>
            <a:pPr marL="177800" indent="-177800">
              <a:spcAft>
                <a:spcPts val="14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Optimizes routes and daily itineraries intelligently</a:t>
            </a:r>
          </a:p>
          <a:p>
            <a:pPr marL="177800" indent="-177800">
              <a:spcAft>
                <a:spcPts val="14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Enhances overall travel experience through personalization</a:t>
            </a:r>
            <a:endParaRPr lang="en-US" sz="1300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215FD95F-307C-B4A7-FFF3-FC6E40C64B40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F22D8955-E988-1B44-A5BA-1B0764DD20BA}"/>
              </a:ext>
            </a:extLst>
          </p:cNvPr>
          <p:cNvSpPr/>
          <p:nvPr/>
        </p:nvSpPr>
        <p:spPr>
          <a:xfrm rot="-1800000">
            <a:off x="-3186070" y="4764115"/>
            <a:ext cx="4114800" cy="277368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PROPOSED SOLUTION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Personalized Plans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544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destination, budget range, travel dates, number of days, and personal interests. The system then applies AI techniques to generate a customized travel plan with smart suggestions for places, daily schedules, and better trip organization.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29990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072D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29832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3447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not generic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401568" y="26974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29990"/>
          </a:solidFill>
          <a:ln/>
        </p:spPr>
      </p:sp>
      <p:sp>
        <p:nvSpPr>
          <p:cNvPr id="14" name="Shape 10"/>
          <p:cNvSpPr/>
          <p:nvPr/>
        </p:nvSpPr>
        <p:spPr>
          <a:xfrm>
            <a:off x="3584448" y="2880360"/>
            <a:ext cx="457200" cy="457200"/>
          </a:xfrm>
          <a:prstGeom prst="ellipse">
            <a:avLst/>
          </a:prstGeom>
          <a:solidFill>
            <a:srgbClr val="072D3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318" y="29832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84448" y="3447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itinerary creation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300216" y="26974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29990"/>
          </a:solidFill>
          <a:ln/>
        </p:spPr>
      </p:sp>
      <p:sp>
        <p:nvSpPr>
          <p:cNvPr id="18" name="Shape 13"/>
          <p:cNvSpPr/>
          <p:nvPr/>
        </p:nvSpPr>
        <p:spPr>
          <a:xfrm>
            <a:off x="6483096" y="2880360"/>
            <a:ext cx="457200" cy="457200"/>
          </a:xfrm>
          <a:prstGeom prst="ellipse">
            <a:avLst/>
          </a:prstGeom>
          <a:solidFill>
            <a:srgbClr val="072D3D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5966" y="298323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83096" y="3447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platform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9198864" y="26974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29990"/>
          </a:solidFill>
          <a:ln/>
        </p:spPr>
      </p:sp>
      <p:sp>
        <p:nvSpPr>
          <p:cNvPr id="22" name="Shape 16"/>
          <p:cNvSpPr/>
          <p:nvPr/>
        </p:nvSpPr>
        <p:spPr>
          <a:xfrm>
            <a:off x="9381744" y="2880360"/>
            <a:ext cx="457200" cy="457200"/>
          </a:xfrm>
          <a:prstGeom prst="ellipse">
            <a:avLst/>
          </a:prstGeom>
          <a:solidFill>
            <a:srgbClr val="072D3D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4614" y="298323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81744" y="3447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effort, less planning time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02920" y="43434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more efficient, easy-to-use, and reliable alternative to manual planning and existing travel platforms.”</a:t>
            </a:r>
            <a:endParaRPr lang="en-US" sz="15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3C8D2A1F-66EA-79B8-DC28-D21858949D4B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4989EA21-48DF-4012-13C0-614434428811}"/>
              </a:ext>
            </a:extLst>
          </p:cNvPr>
          <p:cNvSpPr/>
          <p:nvPr/>
        </p:nvSpPr>
        <p:spPr>
          <a:xfrm rot="-1800000">
            <a:off x="-3186070" y="4764115"/>
            <a:ext cx="4114800" cy="277368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SRS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EEF6F7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19419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24231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250" dirty="0">
                <a:latin typeface="Calibri"/>
                <a:ea typeface="Calibri"/>
                <a:cs typeface="Calibri"/>
              </a:rPr>
              <a:t>Enter trip info: destination, budget, time, days, interests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250" dirty="0">
                <a:latin typeface="Calibri"/>
                <a:ea typeface="Calibri"/>
                <a:cs typeface="Calibri"/>
              </a:rPr>
              <a:t>AI-generated personalized travel plans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250" dirty="0">
                <a:latin typeface="Calibri"/>
                <a:ea typeface="Calibri"/>
                <a:cs typeface="Calibri"/>
              </a:rPr>
              <a:t>Tourist place suggestions &amp; day-wise itineraries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250" dirty="0">
                <a:latin typeface="Calibri"/>
                <a:ea typeface="Calibri"/>
                <a:cs typeface="Calibri"/>
              </a:rPr>
              <a:t>Hotel recommendations &amp; cost estimation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250" dirty="0">
                <a:latin typeface="Calibri"/>
                <a:ea typeface="Calibri"/>
                <a:cs typeface="Calibri"/>
              </a:rPr>
              <a:t>Weather info and map / route guidance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250">
                <a:ea typeface="+mn-lt"/>
                <a:cs typeface="+mn-lt"/>
              </a:rPr>
              <a:t>Estimated trip cost calculation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250">
                <a:ea typeface="+mn-lt"/>
                <a:cs typeface="+mn-lt"/>
              </a:rPr>
              <a:t>Easy itinerary management and trip modification</a:t>
            </a:r>
          </a:p>
        </p:txBody>
      </p:sp>
      <p:sp>
        <p:nvSpPr>
          <p:cNvPr id="13" name="Shape 9"/>
          <p:cNvSpPr/>
          <p:nvPr/>
        </p:nvSpPr>
        <p:spPr>
          <a:xfrm>
            <a:off x="6309360" y="1600200"/>
            <a:ext cx="5376672" cy="4160520"/>
          </a:xfrm>
          <a:prstGeom prst="roundRect">
            <a:avLst>
              <a:gd name="adj" fmla="val 1978"/>
            </a:avLst>
          </a:prstGeom>
          <a:solidFill>
            <a:srgbClr val="EEF6F7"/>
          </a:solidFill>
          <a:ln/>
        </p:spPr>
      </p:sp>
      <p:sp>
        <p:nvSpPr>
          <p:cNvPr id="14" name="Shape 10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837" y="194195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629400" y="242316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booking of flights, hotels, or transport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 or reservation confirmation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on planning and recommendation only</a:t>
            </a:r>
            <a:endParaRPr lang="en-US" sz="125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6BDBA99-A8A2-771A-152A-4248B75D1A4F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PRODUCT PERSPECTIVE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AI-Based Trip Planner works independently: it collects user input, processes it through an AI recommendation engine, and stores results in a database — while calling external services for maps, weather, and AI-generated content.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53288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6334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304495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9808" y="3355848"/>
            <a:ext cx="22037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 for login, trip forms &amp; itinerary display.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172968" y="329184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410712" y="23317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11880" y="253288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464" y="263347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304495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611880" y="3355848"/>
            <a:ext cx="22037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 engine (Node.js / Express.js).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035040" y="329184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272784" y="23317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73952" y="253288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263347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73952" y="304495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73952" y="3355848"/>
            <a:ext cx="22037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user data, trips, and preferences.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897112" y="329184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9134856" y="23317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336024" y="253288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08" y="263347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36024" y="304495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9336024" y="3355848"/>
            <a:ext cx="22037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Maps, OpenWeatherMap &amp; OpenAI APIs.</a:t>
            </a:r>
            <a:endParaRPr lang="en-US" sz="105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C104ECB6-A471-9047-4E33-91061FF9D91A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PRODUCT FUNCTIONS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933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24048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Trip Generation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4088" y="2715768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day-wise itineraries from user input.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97680" y="169164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9884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199339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98848" y="24048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Recommendations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498848" y="2715768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matched to budget and destination.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92440" y="169164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9360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199339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93608" y="24048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293608" y="2715768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overall trip expenses in advance.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02920" y="349300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04088" y="3694176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79476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" y="420624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Insights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704088" y="4517136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forecasts to support travel decisions.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297680" y="349300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498848" y="3694176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379476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498848" y="420624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Map Guidance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4498848" y="4517136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navigation support via Google Maps.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092440" y="349300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293608" y="3694176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192" y="3794760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293608" y="420624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8293608" y="4517136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account details and saved trip plans.</a:t>
            </a:r>
            <a:endParaRPr lang="en-US" sz="1050" dirty="0"/>
          </a:p>
        </p:txBody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E8FBBF43-51C3-15A2-B84F-4EF67933E858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SPECIFIC REQUIREMENTS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55064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655064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00200" y="1655064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2414016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414016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600200" y="2414016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323D"/>
                </a:solidFill>
                <a:latin typeface="Calibri"/>
                <a:ea typeface="Calibri"/>
                <a:cs typeface="Calibri"/>
              </a:rPr>
              <a:t>User Login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" y="3172968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172968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00200" y="3172968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Trip Details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3931920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3931920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00200" y="3931920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Trip Plan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4690872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4690872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FR_05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600200" y="4690872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Trip Itinerary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02920" y="5449824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5449824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FR_06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600200" y="5449824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Profile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309360" y="1655064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1655064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FR_07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406640" y="1655064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Trip Details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309360" y="2414016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30" name="Text 27"/>
          <p:cNvSpPr/>
          <p:nvPr/>
        </p:nvSpPr>
        <p:spPr>
          <a:xfrm>
            <a:off x="6309360" y="2414016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FR_08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406640" y="2414016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Trip Plan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309360" y="3172968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33" name="Text 30"/>
          <p:cNvSpPr/>
          <p:nvPr/>
        </p:nvSpPr>
        <p:spPr>
          <a:xfrm>
            <a:off x="6309360" y="3172968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FR_09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406640" y="3172968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16323D"/>
                </a:solidFill>
                <a:latin typeface="Calibri"/>
                <a:ea typeface="Calibri"/>
                <a:cs typeface="Calibri"/>
              </a:rPr>
              <a:t>Save </a:t>
            </a:r>
            <a:r>
              <a:rPr lang="en-US" sz="1350">
                <a:solidFill>
                  <a:srgbClr val="16323D"/>
                </a:solidFill>
                <a:latin typeface="Calibri"/>
                <a:ea typeface="Calibri"/>
                <a:cs typeface="Calibri"/>
              </a:rPr>
              <a:t> Trip </a:t>
            </a:r>
            <a:r>
              <a:rPr lang="en-US" sz="1350" dirty="0">
                <a:solidFill>
                  <a:srgbClr val="16323D"/>
                </a:solidFill>
                <a:latin typeface="Calibri"/>
                <a:ea typeface="Calibri"/>
                <a:cs typeface="Calibri"/>
              </a:rPr>
              <a:t>Plan</a:t>
            </a:r>
            <a:endParaRPr lang="en-US" sz="1350" dirty="0">
              <a:solidFill>
                <a:srgbClr val="16323D"/>
              </a:solidFill>
              <a:ea typeface="Calibri"/>
              <a:cs typeface="Calibr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309360" y="3931920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36" name="Text 33"/>
          <p:cNvSpPr/>
          <p:nvPr/>
        </p:nvSpPr>
        <p:spPr>
          <a:xfrm>
            <a:off x="6309360" y="3931920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FR_10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406640" y="3931920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6323D"/>
                </a:solidFill>
                <a:latin typeface="Calibri"/>
                <a:ea typeface="Calibri"/>
                <a:cs typeface="Calibri"/>
              </a:rPr>
              <a:t>Logout User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350" dirty="0">
              <a:solidFill>
                <a:srgbClr val="16323D"/>
              </a:solidFill>
              <a:ea typeface="Calibri"/>
              <a:cs typeface="Calibri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309360" y="4690872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39" name="Text 36"/>
          <p:cNvSpPr/>
          <p:nvPr/>
        </p:nvSpPr>
        <p:spPr>
          <a:xfrm>
            <a:off x="6309360" y="4690872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FR_11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406640" y="4690872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6323D"/>
                </a:solidFill>
                <a:latin typeface="Calibri"/>
                <a:ea typeface="Calibri"/>
                <a:cs typeface="Calibri"/>
              </a:rPr>
              <a:t>Provide Feedback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350" dirty="0">
              <a:solidFill>
                <a:srgbClr val="16323D"/>
              </a:solidFill>
              <a:ea typeface="Calibri"/>
              <a:cs typeface="Calibri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309360" y="5449824"/>
            <a:ext cx="960120" cy="557784"/>
          </a:xfrm>
          <a:prstGeom prst="roundRect">
            <a:avLst>
              <a:gd name="adj" fmla="val 9836"/>
            </a:avLst>
          </a:prstGeom>
          <a:solidFill>
            <a:srgbClr val="0B4F6C"/>
          </a:solidFill>
          <a:ln/>
        </p:spPr>
      </p:sp>
      <p:sp>
        <p:nvSpPr>
          <p:cNvPr id="42" name="Text 39"/>
          <p:cNvSpPr/>
          <p:nvPr/>
        </p:nvSpPr>
        <p:spPr>
          <a:xfrm>
            <a:off x="6309360" y="5449824"/>
            <a:ext cx="960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FR_12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7406640" y="5449824"/>
            <a:ext cx="4251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6323D"/>
                </a:solidFill>
                <a:ea typeface="Calibri"/>
                <a:cs typeface="Calibri"/>
              </a:rPr>
              <a:t>View Hotel Recommendations</a:t>
            </a:r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1300" dirty="0">
              <a:solidFill>
                <a:srgbClr val="5C7C87"/>
              </a:solidFill>
              <a:ea typeface="Calibri"/>
              <a:cs typeface="Calibri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2CACC4D7-B8D9-F396-2BF8-C19413091645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QUALITY ATTRIBUTES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80136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0195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231343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4088" y="2624328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responses under normal conditions.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9184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93008" y="180136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190195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93008" y="231343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2624328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clear interface for non-technical users.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8076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81928" y="180136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90195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81928" y="231343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81928" y="2624328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operation without frequent failures.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86968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070848" y="180136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432" y="190195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70848" y="231343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70848" y="2624328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credentials and personal preferences.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02920" y="3749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04088" y="39502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4050792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4088" y="446227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704088" y="4773168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growth in users without redesign.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3291840" y="3749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3493008" y="39502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3592" y="4050792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493008" y="446227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3493008" y="4773168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at all times except maintenance.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080760" y="3749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281928" y="39502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4050792"/>
            <a:ext cx="256032" cy="25603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281928" y="446227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42" name="Text 32"/>
          <p:cNvSpPr/>
          <p:nvPr/>
        </p:nvSpPr>
        <p:spPr>
          <a:xfrm>
            <a:off x="6281928" y="4773168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update and extend over time.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8869680" y="3749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9070848" y="39502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1432" y="4050792"/>
            <a:ext cx="256032" cy="25603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070848" y="446227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350" dirty="0"/>
          </a:p>
        </p:txBody>
      </p:sp>
      <p:sp>
        <p:nvSpPr>
          <p:cNvPr id="47" name="Text 36"/>
          <p:cNvSpPr/>
          <p:nvPr/>
        </p:nvSpPr>
        <p:spPr>
          <a:xfrm>
            <a:off x="9070848" y="4773168"/>
            <a:ext cx="220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browsers, desktop &amp; mobile.</a:t>
            </a:r>
            <a:endParaRPr lang="en-US" sz="1050" dirty="0"/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5C727C60-96D6-CB84-D8A2-21D5F9C54D15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FEATURED USE CASE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Walkthrough: Generate Trip Plan (UC_04)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C87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933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240487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trip data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4088" y="2715768"/>
            <a:ext cx="2203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budget, duration and interests are captured.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127248" y="24917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42900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3016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199339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0168" y="240487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analyzes preferences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630168" y="2715768"/>
            <a:ext cx="2203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studies inputs against recommendation logic.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053328" y="24917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35508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5624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199339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56248" y="240487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logic applied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556248" y="2715768"/>
            <a:ext cx="2203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Places, hotels and schedule are matched to the profile.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979408" y="24917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928116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48232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912" y="1993392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482328" y="240487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generated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9482328" y="2715768"/>
            <a:ext cx="2203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personalized, day-wise trip plan is returned to the user.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02920" y="4160520"/>
            <a:ext cx="11155680" cy="1417320"/>
          </a:xfrm>
          <a:prstGeom prst="roundRect">
            <a:avLst>
              <a:gd name="adj" fmla="val 5806"/>
            </a:avLst>
          </a:prstGeom>
          <a:solidFill>
            <a:srgbClr val="EEF6F7"/>
          </a:solidFill>
          <a:ln/>
        </p:spPr>
      </p:sp>
      <p:sp>
        <p:nvSpPr>
          <p:cNvPr id="32" name="Text 25"/>
          <p:cNvSpPr/>
          <p:nvPr/>
        </p:nvSpPr>
        <p:spPr>
          <a:xfrm>
            <a:off x="822960" y="4389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Pre-Condition:  </a:t>
            </a:r>
            <a:r>
              <a:rPr lang="en-US" sz="130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valid, logged-in user has entered trip details.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Post-Condition:  </a:t>
            </a:r>
            <a:r>
              <a:rPr lang="en-US" sz="130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itinerary is generated and available to view.</a:t>
            </a:r>
            <a:endParaRPr lang="en-US" sz="13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9CD1CBD8-062E-CE6A-70C3-D2E9E87C7367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TOOLS &amp; TECHNIQUES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C87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80136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0195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231343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4088" y="2624328"/>
            <a:ext cx="4992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HTML, CSS, Tailwind CSS, JavaScript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53912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80136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90195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31343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55080" y="2624328"/>
            <a:ext cx="4992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MongoDB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02920" y="3822192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4088" y="402336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12394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4088" y="453542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 &amp; APIs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04088" y="4846320"/>
            <a:ext cx="4992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API, Google Maps API, OpenWeatherMap API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153912" y="3822192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355080" y="402336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412394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55080" y="453542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355080" y="4846320"/>
            <a:ext cx="4992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Visual Paradigm (UML/ERD/DFD modeling)</a:t>
            </a:r>
            <a:endParaRPr lang="en-US" sz="105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F8B2A412-6BA1-57BD-5723-F1ACE3890A51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AI MODELS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Models Powering the Planner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C87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181475" y="1811968"/>
            <a:ext cx="6089904" cy="1526730"/>
          </a:xfrm>
          <a:prstGeom prst="roundRect">
            <a:avLst>
              <a:gd name="adj" fmla="val 258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01022" y="1875793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222" y="1976377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8229" y="2285136"/>
            <a:ext cx="2794470" cy="583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Recommendation Model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609924" y="2796290"/>
            <a:ext cx="5390682" cy="541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suitable hotels by analyzing user preferences, destination, budget, and overall trip requirements.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81521" y="3472445"/>
            <a:ext cx="6094406" cy="1316327"/>
          </a:xfrm>
          <a:prstGeom prst="roundRect">
            <a:avLst>
              <a:gd name="adj" fmla="val 258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79361" y="3599688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07" y="370800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 rot="-10800000" flipV="1">
            <a:off x="3377004" y="3797127"/>
            <a:ext cx="2615637" cy="775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Model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 rot="-10800000" flipV="1">
            <a:off x="3422495" y="4367286"/>
            <a:ext cx="6215235" cy="5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total trip cost by analyzing destination, trip duration, accommodation, and budget constraints.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236487" y="4909099"/>
            <a:ext cx="10490350" cy="531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are integrated with the OpenAI API to power the end-to-end AI trip-generation pipeline.</a:t>
            </a:r>
            <a:endParaRPr lang="en-US" sz="125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7926C162-C212-7CE2-3B41-806BA0945FD6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A957FAA3-3EE7-C37B-2FD3-67C7BD34207F}"/>
              </a:ext>
            </a:extLst>
          </p:cNvPr>
          <p:cNvSpPr/>
          <p:nvPr/>
        </p:nvSpPr>
        <p:spPr>
          <a:xfrm rot="-1800000">
            <a:off x="-3186070" y="4764115"/>
            <a:ext cx="4114800" cy="277368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QUALITY ASSURANCE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C87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spanned both environments: the REST API was verified in Postman against Node.js / Express.js endpoints, while the web interface was tested in Chrome. Modules were tested continuously, not once.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194560"/>
            <a:ext cx="3566160" cy="1536192"/>
          </a:xfrm>
          <a:prstGeom prst="roundRect">
            <a:avLst>
              <a:gd name="adj" fmla="val 4762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239572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4963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" y="290779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4088" y="3218688"/>
            <a:ext cx="31638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Partitioning, Boundary Value, Decision Table, State Transition &amp; Use Case testing.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97680" y="2194560"/>
            <a:ext cx="3566160" cy="1536192"/>
          </a:xfrm>
          <a:prstGeom prst="roundRect">
            <a:avLst>
              <a:gd name="adj" fmla="val 4762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98848" y="239572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24963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98848" y="290779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Testing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98848" y="3218688"/>
            <a:ext cx="31638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internal logic paths and decision branches of key functions.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92440" y="2194560"/>
            <a:ext cx="3566160" cy="1536192"/>
          </a:xfrm>
          <a:prstGeom prst="roundRect">
            <a:avLst>
              <a:gd name="adj" fmla="val 4762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93608" y="239572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249631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93608" y="290779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93608" y="3218688"/>
            <a:ext cx="31638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response-time targets for core operations.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3913632"/>
            <a:ext cx="3566160" cy="1536192"/>
          </a:xfrm>
          <a:prstGeom prst="roundRect">
            <a:avLst>
              <a:gd name="adj" fmla="val 4762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4088" y="4114800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21538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4088" y="4626864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04088" y="4937760"/>
            <a:ext cx="31638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the system beyond normal load to find breaking points.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297680" y="3913632"/>
            <a:ext cx="3566160" cy="1536192"/>
          </a:xfrm>
          <a:prstGeom prst="roundRect">
            <a:avLst>
              <a:gd name="adj" fmla="val 4762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98848" y="4114800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421538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98848" y="4626864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498848" y="4937760"/>
            <a:ext cx="31638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scenarios across frontend, backend &amp; external APIs.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8092440" y="3913632"/>
            <a:ext cx="3566160" cy="1536192"/>
          </a:xfrm>
          <a:prstGeom prst="roundRect">
            <a:avLst>
              <a:gd name="adj" fmla="val 4762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293608" y="4114800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192" y="421538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93608" y="4626864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8293608" y="4937760"/>
            <a:ext cx="31638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Re-validates features after fixes and changes.</a:t>
            </a:r>
            <a:endParaRPr lang="en-US" sz="1050" dirty="0"/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8904DF10-5B46-2698-3FBF-F9CC90B98CC2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RESULTS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/>
                <a:ea typeface="Cambria"/>
                <a:cs typeface="Cambria" pitchFamily="34" charset="-120"/>
              </a:rPr>
              <a:t>Performance Testing Results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C87"/>
                </a:solidFill>
                <a:latin typeface="Calibri"/>
                <a:ea typeface="Calibri"/>
                <a:cs typeface="Calibri"/>
              </a:rPr>
              <a:t>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AI trip generation &lt; 5 sec  ·  Web interface load &lt; 3 sec  (measured via Postman on local network)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88799"/>
              </p:ext>
            </p:extLst>
          </p:nvPr>
        </p:nvGraphicFramePr>
        <p:xfrm>
          <a:off x="502920" y="1920240"/>
          <a:ext cx="11155680" cy="3200400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Login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99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99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Trip Plan Generation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>
                          <a:solidFill>
                            <a:srgbClr val="16323D"/>
                          </a:solidFill>
                          <a:latin typeface="Calibri"/>
                          <a:ea typeface="Calibri"/>
                          <a:cs typeface="Calibri"/>
                        </a:rPr>
                        <a:t>3.34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  <a:endParaRPr lang="en-US" sz="125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&amp; Save Trip Details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99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Trip Itinerary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99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Dashboard Load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6323D"/>
                          </a:solidFill>
                          <a:latin typeface="Calibri"/>
                          <a:ea typeface="Calibri"/>
                          <a:cs typeface="Calibri"/>
                        </a:rPr>
                        <a:t>1.3 sec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99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19980" y="5303747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DEEEA"/>
          </a:solidFill>
          <a:ln/>
        </p:spPr>
      </p:sp>
      <p:sp>
        <p:nvSpPr>
          <p:cNvPr id="11" name="Shape 7"/>
          <p:cNvSpPr/>
          <p:nvPr/>
        </p:nvSpPr>
        <p:spPr>
          <a:xfrm>
            <a:off x="713232" y="5513832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" y="5616702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5394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OpenAI client was re-initialized on every request with no connection reuse, causing a cold-start delay on first call.</a:t>
            </a:r>
            <a:endParaRPr lang="en-US" sz="1200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51925850-5680-1996-B691-8E3C3FEED295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RESULTS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Testing Results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C87"/>
                </a:solidFill>
                <a:latin typeface="Calibri"/>
                <a:ea typeface="Calibri"/>
                <a:cs typeface="Calibri"/>
              </a:rPr>
              <a:t>18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55680" cy="340156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Trip Submissions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10 stored correctly, no duplicates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99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Itinerary Reads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responded within 1.8s, no failures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99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AI Plan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8 failed — OpenAI 429 rate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Feedback Submissions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15 stored, no data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99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Hotel Recommendations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responded correctly, server stable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99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544068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DEEEA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557784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" y="568071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54864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under concurrent AI load, the server passed raw OpenAI 429 errors to the client without retry logic or a friendly message.</a:t>
            </a:r>
            <a:endParaRPr lang="en-US" sz="1150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F46B87DE-71A3-E988-74E7-61F2CCDA16E7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USER MANUAL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C87"/>
                </a:solidFill>
                <a:latin typeface="Calibri"/>
                <a:ea typeface="Calibri"/>
                <a:cs typeface="Calibri"/>
              </a:rPr>
              <a:t>19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93852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03911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245059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4088" y="2761488"/>
            <a:ext cx="22037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sign-in, plus registration with name, email &amp; password.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651760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633472" y="155448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1"/>
          <p:cNvSpPr/>
          <p:nvPr/>
        </p:nvSpPr>
        <p:spPr>
          <a:xfrm>
            <a:off x="263347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127248" y="26517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342900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30168" y="193852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203911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30168" y="245059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3630168" y="2761488"/>
            <a:ext cx="22037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user's email during signup or password recovery.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577840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559552" y="155448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4" name="Text 19"/>
          <p:cNvSpPr/>
          <p:nvPr/>
        </p:nvSpPr>
        <p:spPr>
          <a:xfrm>
            <a:off x="555955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053328" y="26517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35508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56248" y="193852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2039112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56248" y="245059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Trip Details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556248" y="2761488"/>
            <a:ext cx="22037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budget, preferences &amp; travel duration.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503920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8485632" y="155448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3" name="Text 27"/>
          <p:cNvSpPr/>
          <p:nvPr/>
        </p:nvSpPr>
        <p:spPr>
          <a:xfrm>
            <a:off x="848563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8979408" y="26517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928116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9482328" y="193852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912" y="2039112"/>
            <a:ext cx="256032" cy="25603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482328" y="245059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View Plan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9482328" y="2761488"/>
            <a:ext cx="22037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itinerary with travel recommendations.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11430000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11411712" y="155448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2" name="Text 35"/>
          <p:cNvSpPr/>
          <p:nvPr/>
        </p:nvSpPr>
        <p:spPr>
          <a:xfrm>
            <a:off x="1141171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502920" y="4434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also offers quick navigation: Login/Signup → Start AI Trip Planner → Enter Trip Details → Generate Plan.</a:t>
            </a:r>
            <a:endParaRPr lang="en-US" sz="1250" dirty="0"/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5740ABC-E65C-01C1-57DE-16FCF9B9FC91}"/>
              </a:ext>
            </a:extLst>
          </p:cNvPr>
          <p:cNvSpPr/>
          <p:nvPr/>
        </p:nvSpPr>
        <p:spPr>
          <a:xfrm>
            <a:off x="8985777" y="-3195441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22F20405-B1BF-A360-99EB-2816ADD04ABE}"/>
              </a:ext>
            </a:extLst>
          </p:cNvPr>
          <p:cNvSpPr/>
          <p:nvPr/>
        </p:nvSpPr>
        <p:spPr>
          <a:xfrm rot="-1800000">
            <a:off x="-3186070" y="4526371"/>
            <a:ext cx="4114800" cy="277368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REFLECTION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C87"/>
                </a:solidFill>
                <a:latin typeface="Calibri"/>
                <a:ea typeface="Calibri"/>
                <a:cs typeface="Calibri"/>
              </a:rPr>
              <a:t>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933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24048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 Solving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4088" y="2715768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a real problem and building a smart solution from it.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97680" y="169164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9884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199339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98848" y="24048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498848" y="2715768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grasp of modern web tech, UI/UX &amp; state management.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92440" y="1691640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93608" y="1892808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199339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93608" y="24048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293608" y="2715768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integrating Weather &amp; Map APIs.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02920" y="349300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04088" y="3694176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79476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" y="420624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Recommendations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704088" y="4517136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applying Hotel &amp; Cost Estimation models.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297680" y="349300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498848" y="3694176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379476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498848" y="420624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4498848" y="4517136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multiple techniques to verify functionality and quality.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092440" y="349300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293608" y="3694176"/>
            <a:ext cx="457200" cy="457200"/>
          </a:xfrm>
          <a:prstGeom prst="ellipse">
            <a:avLst/>
          </a:prstGeom>
          <a:solidFill>
            <a:srgbClr val="129990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192" y="3794760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293608" y="420624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8293608" y="4517136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distribution, progress tracking &amp; meeting deadlines.</a:t>
            </a:r>
            <a:endParaRPr lang="en-US" sz="1050" dirty="0"/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3AF178C4-1D9B-3444-5413-C1E45B5819C3}"/>
              </a:ext>
            </a:extLst>
          </p:cNvPr>
          <p:cNvSpPr/>
          <p:nvPr/>
        </p:nvSpPr>
        <p:spPr>
          <a:xfrm rot="-1800000">
            <a:off x="-3186070" y="4764115"/>
            <a:ext cx="4114800" cy="277368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AB4DAF67-1C79-F395-E48E-E1C63E48546B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WHAT'S NEXT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7C87"/>
                </a:solidFill>
                <a:latin typeface="Calibri"/>
                <a:ea typeface="Calibri"/>
                <a:cs typeface="Calibri"/>
              </a:rPr>
              <a:t>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892808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933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240487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Booking Integration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4088" y="2715768"/>
            <a:ext cx="3026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compare, and book flights inside the platform.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33088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34256" y="1892808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99339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34256" y="240487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Reservation &amp; Payment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334256" y="2715768"/>
            <a:ext cx="3026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payments for a complete booking flow.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763256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964424" y="1892808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08" y="199339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64424" y="240487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964424" y="2715768"/>
            <a:ext cx="3026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Android &amp; iOS apps for planning on the go.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527338" y="3858768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688700" y="3934831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9284" y="400129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683012" y="4299046"/>
            <a:ext cx="2685471" cy="58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2688699" y="4882896"/>
            <a:ext cx="3123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accessibility for users across regions.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703416" y="3858768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EF6F7"/>
          </a:solidFill>
          <a:ln/>
          <a:effectLst>
            <a:outerShdw blurRad="63500" dist="19050" dir="5400000" algn="bl" rotWithShape="0">
              <a:srgbClr val="0B4F6C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933017" y="3934831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3601" y="4001296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90853" y="4424151"/>
            <a:ext cx="2349961" cy="4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Integration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796539" y="4882896"/>
            <a:ext cx="315176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travel plans and experiences with others.</a:t>
            </a:r>
            <a:endParaRPr lang="en-US" sz="105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6355465F-2CC1-B991-FC91-E80E1668E71C}"/>
              </a:ext>
            </a:extLst>
          </p:cNvPr>
          <p:cNvSpPr/>
          <p:nvPr/>
        </p:nvSpPr>
        <p:spPr>
          <a:xfrm>
            <a:off x="9138177" y="-311009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C118CB9F-444C-5147-2359-DADF4AA30727}"/>
              </a:ext>
            </a:extLst>
          </p:cNvPr>
          <p:cNvSpPr/>
          <p:nvPr/>
        </p:nvSpPr>
        <p:spPr>
          <a:xfrm rot="-1800000">
            <a:off x="-2905654" y="4300819"/>
            <a:ext cx="4114800" cy="277368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57711" y="-1799457"/>
            <a:ext cx="4572000" cy="4572000"/>
          </a:xfrm>
          <a:prstGeom prst="ellipse">
            <a:avLst/>
          </a:prstGeom>
          <a:solidFill>
            <a:srgbClr val="0B4F6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76490" y="4416643"/>
            <a:ext cx="4114800" cy="411480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74951" y="486315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378" y="692055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87" y="1713476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Cambria"/>
                <a:ea typeface="Cambria"/>
                <a:cs typeface="Cambria" pitchFamily="34" charset="-120"/>
              </a:rPr>
              <a:t>Conclusion</a:t>
            </a:r>
            <a:endParaRPr lang="en-US" sz="3400">
              <a:latin typeface="Cambria"/>
              <a:ea typeface="Cambria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74831" y="2513690"/>
            <a:ext cx="8751081" cy="823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/>
                <a:ea typeface="Calibri"/>
                <a:cs typeface="Calibri"/>
              </a:rPr>
              <a:t>The AI-Based Trip Planner successfully demonstrates the practical use of Artificial Intelligence in travel and tourism — giving users a smart, efficient platform for planning trips, managing budgets, getting hotel recommendations, and accessing travel information from a single interface.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51560" y="370332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0B4F6C"/>
          </a:solidFill>
          <a:ln/>
        </p:spPr>
      </p:sp>
      <p:sp>
        <p:nvSpPr>
          <p:cNvPr id="9" name="Shape 6"/>
          <p:cNvSpPr/>
          <p:nvPr/>
        </p:nvSpPr>
        <p:spPr>
          <a:xfrm>
            <a:off x="1252728" y="388620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598" y="39890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849624"/>
            <a:ext cx="2423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defined project objectives achieved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09160" y="370332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0B4F6C"/>
          </a:solidFill>
          <a:ln/>
        </p:spPr>
      </p:sp>
      <p:sp>
        <p:nvSpPr>
          <p:cNvPr id="13" name="Shape 9"/>
          <p:cNvSpPr/>
          <p:nvPr/>
        </p:nvSpPr>
        <p:spPr>
          <a:xfrm>
            <a:off x="4910328" y="388620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198" y="39890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3849624"/>
            <a:ext cx="2423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Weather &amp; Map APIs fully integrated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366760" y="370332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0B4F6C"/>
          </a:solidFill>
          <a:ln/>
        </p:spPr>
      </p:sp>
      <p:sp>
        <p:nvSpPr>
          <p:cNvPr id="17" name="Shape 12"/>
          <p:cNvSpPr/>
          <p:nvPr/>
        </p:nvSpPr>
        <p:spPr>
          <a:xfrm>
            <a:off x="8567928" y="388620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798" y="398907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0" y="3849624"/>
            <a:ext cx="2423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for future enhancement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Trip Planner  |  FYP-F25-42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120640" cy="512064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023360"/>
            <a:ext cx="4206240" cy="4206240"/>
          </a:xfrm>
          <a:prstGeom prst="ellipse">
            <a:avLst/>
          </a:prstGeom>
          <a:solidFill>
            <a:srgbClr val="1299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371600"/>
            <a:ext cx="1005840" cy="10058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16230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latin typeface="Cambria"/>
                <a:ea typeface="Cambria"/>
                <a:cs typeface="Cambria" pitchFamily="34" charset="-120"/>
              </a:rPr>
              <a:t>Thank You</a:t>
            </a:r>
            <a:endParaRPr lang="en-US" sz="4200">
              <a:latin typeface="Cambria"/>
              <a:ea typeface="Cambria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latin typeface="Calibri"/>
                <a:ea typeface="Calibri"/>
                <a:cs typeface="Calibri"/>
              </a:rPr>
              <a:t>Questions &amp; Discussion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Aqsa Ameen (70136717)   ·   M Hassaan (70137074)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617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Mr. Muhammad Jehanzeb  |  Department of Software Engineering, The University of Lahore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Trip Planner - FYP Presentation</dc:title>
  <dc:subject>PptxGenJS Presentation</dc:subject>
  <dc:creator>Aqsa Ameen, M Hassaan</dc:creator>
  <cp:lastModifiedBy>Aqsa Ameen, M Hassaan</cp:lastModifiedBy>
  <cp:revision>199</cp:revision>
  <dcterms:created xsi:type="dcterms:W3CDTF">2026-07-02T03:54:49Z</dcterms:created>
  <dcterms:modified xsi:type="dcterms:W3CDTF">2026-07-02T07:21:29Z</dcterms:modified>
</cp:coreProperties>
</file>